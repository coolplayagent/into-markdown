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/>
        </p:nvSpPr>
        <p:txBody>
          <a:bodyPr/>
          <a:lstStyle/>
          <a:p>
            <a:r>
              <a:rPr lang="ja-JP"/>
              <a:t>Nota 日本語</a:t>
            </a: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>
    <p:spTree>
      <p:sp>
        <p:nvSpPr>
          <p:cNvPr id="2" name="Layout title"/>
          <p:cNvSpPr/>
          <p:nvPr>
            <p:ph type="title" idx="0"/>
          </p:nvPr>
        </p:nvSpPr>
        <p:spPr>
          <a:xfrm>
            <a:off x="0" y="0"/>
            <a:ext cx="3657600" cy="914400"/>
          </a:xfrm>
        </p:spPr>
        <p:txBody>
          <a:bodyPr/>
          <a:lstStyle/>
          <a:p/>
        </p:txBody>
      </p:sp>
      <p:sp>
        <p:nvSpPr>
          <p:cNvPr id="3" name="Layout body"/>
          <p:cNvSpPr/>
          <p:nvPr>
            <p:ph type="body" idx="1"/>
          </p:nvPr>
        </p:nvSpPr>
        <p:spPr>
          <a:xfrm>
            <a:off x="0" y="1828800"/>
            <a:ext cx="3657600" cy="1828800"/>
          </a:xfrm>
        </p:spPr>
        <p:txBody>
          <a:bodyPr/>
          <a:lstStyle/>
          <a:p/>
        </p:txBody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>
  <p:cSld>
    <p:spTree>
      <p:sp>
        <p:nvSpPr>
          <p:cNvPr id="2" name="Layout title"/>
          <p:cNvSpPr/>
          <p:nvPr>
            <p:ph type="title" idx="0"/>
          </p:nvPr>
        </p:nvSpPr>
        <p:spPr>
          <a:xfrm>
            <a:off x="914400" y="0"/>
            <a:ext cx="3657600" cy="914400"/>
          </a:xfrm>
        </p:spPr>
        <p:txBody>
          <a:bodyPr/>
          <a:lstStyle/>
          <a:p/>
        </p:txBody>
      </p:sp>
      <p:sp>
        <p:nvSpPr>
          <p:cNvPr id="3" name="Layout body"/>
          <p:cNvSpPr/>
          <p:nvPr>
            <p:ph type="body" idx="1"/>
          </p:nvPr>
        </p:nvSpPr>
        <p:spPr>
          <a:xfrm>
            <a:off x="1828800" y="1828800"/>
            <a:ext cx="3657600" cy="1828800"/>
          </a:xfrm>
        </p:spPr>
        <p:txBody>
          <a:bodyPr/>
          <a:lstStyle/>
          <a:p/>
        </p:txBody>
      </p:sp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spTree>
      <p:sp>
        <p:nvSpPr>
          <p:cNvPr id="2" name="Master title"/>
          <p:cNvSpPr/>
          <p:nvPr>
            <p:ph type="title" idx="91"/>
          </p:nvPr>
        </p:nvSpPr>
        <p:spPr/>
        <p:txBody>
          <a:p/>
        </p:txBody>
      </p:sp>
      <p:sp>
        <p:nvSpPr>
          <p:cNvPr id="3" name="Master body"/>
          <p:cNvSpPr/>
          <p:nvPr>
            <p:ph type="body" idx="92"/>
          </p:nvPr>
        </p:nvSpPr>
        <p:spPr/>
        <p:txBody>
          <a:p/>
        </p:txBody>
      </p:sp>
    </p:spTree>
  </p:cSld>
  <p:txStyles>
    <p:titleStyle>
      <a:lvl1pPr>
        <a:defRPr b="true"/>
      </a:lvl1pPr>
    </p:titleStyle>
    <p:bodyStyle>
      <a:lvl1pPr>
        <a:defRPr i="true"/>
      </a:lvl1pPr>
    </p:bodyStyle>
    <p:otherStyle/>
  </p:txStyles>
</p:sldMaster>
</file>

<file path=ppt/slides/_rels/slide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 idx="0"/>
          </p:nvPr>
        </p:nvSpPr>
        <p:spPr/>
        <p:txBody>
          <a:bodyPr/>
          <a:lstStyle/>
          <a:p>
            <a:r>
              <a:rPr lang="zh-CN"/>
              <a:t>Corpus 你好 – Привет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lstStyle/>
          <a:p>
            <a:r>
              <a:rPr lang="fr-FR"/>
              <a:t>English français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 idx="0"/>
          </p:nvPr>
        </p:nvSpPr>
        <p:spPr/>
        <p:txBody>
          <a:bodyPr/>
          <a:lstStyle/>
          <a:p>
            <a:r>
              <a:rPr lang="en-US"/>
              <a:t>Second layout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lstStyle/>
          <a:p>
            <a:r>
              <a:rPr lang="ar-SA"/>
              <a:t>مرحبا</a:t>
            </a:r>
          </a:p>
        </p:txBody>
      </p:sp>
    </p:spTree>
  </p:cSld>
</p:sld>
</file>